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first.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Forever later.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Shezhire for the whole family.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Arweave when you need it — not because you must.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Kazakhstan → the world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 · THE BET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0058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stranger’s company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not own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ancestors.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Ancestry and MyHeritage keep family history on their servers — for as long as you pay. SEJIRE gives memory back to the family: 12 words, encryption on the device, Arweave for centuries.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lineage is scattered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chats, Excel, and other people’s clouds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2560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start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8529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Genealogy is overloaded. People need to begin with themselves — not a dissertation.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34290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to share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721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PDF for the wall, a letter to relatives, a print for a toi — without a subscription.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4297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is not yours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45902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history lives only as long as the company and your plan do.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166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5166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Forever is locked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4589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Permaweb can keep records for centuries. An ordinary family does not buy tokens.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70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E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INSIGHT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10058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Zheti ata —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ready wedge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the market.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Kazakhstan, knowing seven generations is the norm, not a “why would I?” pitch. One PDF in the family chat brings the next people in. A cultural product beats a generic family tree.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 — shezhire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whole family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3520440" cy="228600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97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yourself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6118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Mother, father, children — “+” cards. The draft lives in the browser on its own.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2560320"/>
            <a:ext cx="3520440" cy="228600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697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a PDF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36118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tree or an ornamental shezhire — mail, print, toi.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2560320"/>
            <a:ext cx="3520440" cy="228600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697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66760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Forever, if you want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36118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words + about $3. No crypto to buy. Ciphertext → Arweave.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₸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" y="5623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· PDF · share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5212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474720" y="5623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eternal option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5212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09360" y="5623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years, Arweave model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0" y="5212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44000" y="5623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= the family key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PRODUCT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memory looks like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Quiet, Apple-like UX. Cultural fields are optional. The brand leads the features.</a:t>
            </a:r>
            <a:endParaRPr lang="en-US" sz="1500" dirty="0"/>
          </a:p>
        </p:txBody>
      </p:sp>
      <p:pic>
        <p:nvPicPr>
          <p:cNvPr id="9" name="Image 0" descr="/workspace/presentation/assets/screens/05-tree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188720"/>
            <a:ext cx="5852160" cy="30358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0" y="4224528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· live draft</a:t>
            </a:r>
            <a:endParaRPr lang="en-US" sz="1000" dirty="0"/>
          </a:p>
        </p:txBody>
      </p:sp>
      <p:pic>
        <p:nvPicPr>
          <p:cNvPr id="11" name="Image 1" descr="/workspace/presentation/assets/screens/01-welc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4663440"/>
            <a:ext cx="2788920" cy="1298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596188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— only SEJIRE</a:t>
            </a:r>
            <a:endParaRPr lang="en-US" sz="1000" dirty="0"/>
          </a:p>
        </p:txBody>
      </p:sp>
      <p:pic>
        <p:nvPicPr>
          <p:cNvPr id="13" name="Image 2" descr="/workspace/presentation/assets/screens/04-tree-famil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4663440"/>
            <a:ext cx="2880360" cy="12984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41080" y="5961888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· autosave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FREE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 not pay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use it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and crypto only if you want an eternal copy. Everyday family use stays free in this layer, for good.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2651760" cy="182880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291840"/>
            <a:ext cx="2651760" cy="73152"/>
          </a:xfrm>
          <a:prstGeom prst="rect">
            <a:avLst/>
          </a:prstGeom>
          <a:solidFill>
            <a:srgbClr val="FF670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site — build the tree.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0" y="3291840"/>
            <a:ext cx="2651760" cy="182880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0" y="3291840"/>
            <a:ext cx="2651760" cy="73152"/>
          </a:xfrm>
          <a:prstGeom prst="rect">
            <a:avLst/>
          </a:prstGeom>
          <a:solidFill>
            <a:srgbClr val="FF670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0" y="4023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in the browser. No account.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3291840"/>
            <a:ext cx="2651760" cy="182880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3291840"/>
            <a:ext cx="2651760" cy="73152"/>
          </a:xfrm>
          <a:prstGeom prst="rect">
            <a:avLst/>
          </a:prstGeom>
          <a:solidFill>
            <a:srgbClr val="FF67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4023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and zheti ata / shezhire.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0" y="3291840"/>
            <a:ext cx="2651760" cy="182880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0" y="3291840"/>
            <a:ext cx="2651760" cy="73152"/>
          </a:xfrm>
          <a:prstGeom prst="rect">
            <a:avLst/>
          </a:prstGeom>
          <a:solidFill>
            <a:srgbClr val="FF6700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0" y="4023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Mail, file, print for the wall.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THE FOREVER OPTION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the lineage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200+ years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3520440" cy="2286000"/>
          </a:xfrm>
          <a:prstGeom prst="rect">
            <a:avLst/>
          </a:prstGeom>
          <a:solidFill>
            <a:srgbClr val="2A2622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017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words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39319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BIP-39. The seed never hits a server. Only the family can open the vault.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2834640"/>
            <a:ext cx="3520440" cy="2286000"/>
          </a:xfrm>
          <a:prstGeom prst="rect">
            <a:avLst/>
          </a:prstGeom>
          <a:solidFill>
            <a:srgbClr val="2A2622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3017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 in fiat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17720" y="39319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Kaspi / card. The user does not buy AR. The SEJIRE treasury pays the network.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2834640"/>
            <a:ext cx="3520440" cy="2286000"/>
          </a:xfrm>
          <a:prstGeom prst="rect">
            <a:avLst/>
          </a:prstGeom>
          <a:solidFill>
            <a:srgbClr val="2A2622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3017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66760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Arweave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66760" y="39319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AES-GCM ciphertext. Endowment model. An immutable snapshot of the family.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Required? No.  ·  Crypto for the user? Zero.  ·  SEJIRE account? Not needed.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WHY 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Ancestry.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DeepFamily.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3520440" cy="246888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Ancestry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749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Subscription lock-in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114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Data sits with the company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480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No forever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846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West + DNA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0" y="3017520"/>
            <a:ext cx="3520440" cy="246888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DeepFamily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3749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Needs an EVM wallet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4114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Not permaweb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17720" y="4480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Crypto-native UX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4846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Not shezhire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0" y="3017520"/>
            <a:ext cx="3520440" cy="2468880"/>
          </a:xfrm>
          <a:prstGeom prst="rect">
            <a:avLst/>
          </a:prstGeom>
          <a:solidFill>
            <a:srgbClr val="141210"/>
          </a:solidFill>
          <a:ln w="25400">
            <a:solidFill>
              <a:srgbClr val="FF6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66760" y="3749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Free to start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66760" y="4114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12 words with the family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66760" y="4480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Arweave · $3 option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66760" y="4846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Shezhire / zheti ata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live shezhire analogue on Arweave. The niche is almost empty.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BEACHHEAD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Kazakhstan is not a pivot.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weapon.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394960" cy="132588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651760"/>
            <a:ext cx="73152" cy="1325880"/>
          </a:xfrm>
          <a:prstGeom prst="rect">
            <a:avLst/>
          </a:prstGeom>
          <a:solidFill>
            <a:srgbClr val="FF670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880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culture is already bought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2918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Zheti ata is the norm. No need to sell “why know your ancestors.”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651760"/>
            <a:ext cx="5394960" cy="132588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2651760"/>
            <a:ext cx="73152" cy="1325880"/>
          </a:xfrm>
          <a:prstGeom prst="rect">
            <a:avLst/>
          </a:prstGeom>
          <a:solidFill>
            <a:srgbClr val="FF6700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880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Kinship virality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32918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PDF in the family chat = organic growth without a CAC lecture.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5394960" cy="132588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4206240"/>
            <a:ext cx="73152" cy="1325880"/>
          </a:xfrm>
          <a:prstGeom prst="rect">
            <a:avLst/>
          </a:prstGeom>
          <a:solidFill>
            <a:srgbClr val="FF6700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434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Web3 without the pain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4846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free layer removes fear. Forever is a quiet upsell.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4206240"/>
            <a:ext cx="5394960" cy="132588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4206240"/>
            <a:ext cx="73152" cy="1325880"/>
          </a:xfrm>
          <a:prstGeom prst="rect">
            <a:avLst/>
          </a:prstGeom>
          <a:solidFill>
            <a:srgbClr val="FF6700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4434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name is already ours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4846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 on ArNS. Canon: sejire.ar.io.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GO-TO-MARKET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KZ → the belt → the world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10881360" cy="1051560"/>
          </a:xfrm>
          <a:prstGeom prst="rect">
            <a:avLst/>
          </a:prstGeom>
          <a:solidFill>
            <a:srgbClr val="2A2622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560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11680" y="24688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Kazakhstan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1680" y="283464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Zheti ata, PDF for a toi, Kazakh/Russian, lineage communities, Kaspi.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10881360" cy="1051560"/>
          </a:xfrm>
          <a:prstGeom prst="rect">
            <a:avLst/>
          </a:prstGeom>
          <a:solidFill>
            <a:srgbClr val="2A2622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94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11680" y="370332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/ Turkic belt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11680" y="40690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seven-generation tradition — Kyrgyzstan, Uzbekistan, and neighbours.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10881360" cy="1051560"/>
          </a:xfrm>
          <a:prstGeom prst="rect">
            <a:avLst/>
          </a:prstGeom>
          <a:solidFill>
            <a:srgbClr val="2A2622"/>
          </a:solidFill>
          <a:ln w="12700">
            <a:solidFill>
              <a:srgbClr val="3A34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029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011680" y="493776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world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11680" y="530352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eternal family vault for diasporas and anyone tired of subscriptions.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TRACTION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MVP is already live.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slide — a product.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520440" cy="219456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71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Tree, autosave, PDF, ornamental shezhire, JSON, encryption pipeline.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2743200"/>
            <a:ext cx="3520440" cy="2194560"/>
          </a:xfrm>
          <a:prstGeom prst="rect">
            <a:avLst/>
          </a:prstGeom>
          <a:solidFill>
            <a:srgbClr val="EBE7DF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971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4747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Vite · BIP-39 · AES-GCM · Arweave/Turbo · jsPDF · ArNS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2743200"/>
            <a:ext cx="3520440" cy="2194560"/>
          </a:xfrm>
          <a:prstGeom prst="rect">
            <a:avLst/>
          </a:prstGeom>
          <a:solidFill>
            <a:srgbClr val="141210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2971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34747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Kaspi $3 · Turbo treasury · site on permaweb · sejire.ar.io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azovskaya.github.io/Sejire_arweave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70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E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ASK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accelerate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strikes.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3200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 payment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3520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Kaspi / merchant + Turbo treasury — forever without tokens for the family.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4160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Permaweb + ArNS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4480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 on Arweave. Canon: sejire.ar.io.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120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5120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 KZ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5440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Content, lineage pilots, the first thousands of trees and the first vaults.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7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" cy="164592"/>
          </a:xfrm>
          <a:prstGeom prst="ellipse">
            <a:avLst/>
          </a:prstGeom>
          <a:solidFill>
            <a:srgbClr val="FF6700"/>
          </a:solidFill>
          <a:ln w="12700">
            <a:solidFill>
              <a:srgbClr val="FF6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SEJIRE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0058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Forever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Create. Save. Send. Print.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when you need it — lock the lineage on Arweave.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760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MVP  ·  azovskaya.github.io/Sejire_arweave  ·  sejire.ar.io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SEJIRE — Investor Deck</dc:title>
  <dc:subject>Free first. Forever later.</dc:subject>
  <dc:creator>SEJIRE</dc:creator>
  <cp:lastModifiedBy>SEJIRE</cp:lastModifiedBy>
  <cp:revision>1</cp:revision>
  <dcterms:created xsi:type="dcterms:W3CDTF">2026-09-15T12:02:00Z</dcterms:created>
  <dcterms:modified xsi:type="dcterms:W3CDTF">2026-09-15T12:02:00Z</dcterms:modified>
</cp:coreProperties>
</file>